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BITSConnect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2B8F0"/>
                </a:solidFill>
                <a:latin typeface="Calibri"/>
              </a:rPr>
              <a:t>CampusHub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 Role-Based Campus Attendance &amp; Record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AF7FF"/>
                </a:solidFill>
                <a:latin typeface="Calibri"/>
              </a:rPr>
              <a:t>Laravel 10 Web Portal  •  Flutter Mobile App  •  Shared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B8F0"/>
                </a:solidFill>
                <a:latin typeface="Calibri"/>
              </a:rPr>
              <a:t>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BITSConnect — CampusHub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Overview &amp; Tech Stack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Architecture &amp; Authentication (Sanctum bearer tokens)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Laravel Web Portal — Admin, Event Manager, Scanner, Reporting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Flutter Mobile App — Student, Scanner, Alumni modules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Key Features Highlight (QR, Face, Geofence, Reports)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000">
                <a:solidFill>
                  <a:srgbClr val="061A2E"/>
                </a:solidFill>
                <a:latin typeface="Calibri"/>
              </a:rPr>
              <a:t>• Q&amp;A /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Overview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One backend, two front-ends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62B4F"/>
                </a:solidFill>
                <a:latin typeface="Calibri"/>
              </a:rPr>
              <a:t>Laravel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PHP 8.1+ / Laravel 10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MySQL database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Laravel Sanctum (API tokens)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Excel / Word / PDF report exports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Geofence + Haversine server-side distance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Face recognition &amp; embedding services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Blade + Bootstrap 5 + Vite (web)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62B4F"/>
                </a:solidFill>
                <a:latin typeface="Calibri"/>
              </a:rPr>
              <a:t>Flutter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Flutter / Dart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Provider state management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mobile_scanner, camera, image_picker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geolocator (GPS geofence)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flutter_secure_storage (tokens)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dio / http for APIs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Role modules: Student, Scanner, Alumni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Shared REST API +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10058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Flutter App (BITSConnect)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HTTPS / Bearer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100584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81328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Laravel Web Portal (Blade)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Session + CSRF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17520"/>
            <a:ext cx="7223760" cy="146304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7223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Laravel 10 Back-end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Controllers: Api\Mobile, Admin, Student, Scanner, Alumni, EventManager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Services: GeofenceService, Face services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Middleware: Role guards + PreventMobileAccess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937760"/>
            <a:ext cx="4297680" cy="1097280"/>
          </a:xfrm>
          <a:prstGeom prst="rect">
            <a:avLst/>
          </a:prstGeom>
          <a:solidFill>
            <a:srgbClr val="22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02920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061A2E"/>
                </a:solidFill>
                <a:latin typeface="Calibri"/>
              </a:rPr>
              <a:t>MySQL</a:t>
            </a:r>
          </a:p>
          <a:p>
            <a:pPr algn="ctr"/>
            <a:r>
              <a:rPr sz="1200" b="0">
                <a:solidFill>
                  <a:srgbClr val="061A2E"/>
                </a:solidFill>
                <a:latin typeface="Calibri"/>
              </a:rPr>
              <a:t>users, roles, events, attendance_logs,</a:t>
            </a:r>
          </a:p>
          <a:p>
            <a:pPr algn="ctr"/>
            <a:r>
              <a:rPr sz="1200" b="0">
                <a:solidFill>
                  <a:srgbClr val="061A2E"/>
                </a:solidFill>
                <a:latin typeface="Calibri"/>
              </a:rPr>
              <a:t>face_data, year_books, work_experiences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Laravel Web Portal — Login &amp; Role Redirect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Access the web dashboard at http://127.0.0.1:8000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Role-based dashboards after login: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Admin → /admin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Student → /student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Scanner → /scanner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Alumni → /alumni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Event Manager → /event-manager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>
                <a:solidFill>
                  <a:srgbClr val="061A2E"/>
                </a:solidFill>
                <a:latin typeface="Calibri"/>
              </a:rPr>
              <a:t>• Seeded accounts — Admin / Student / Scanner / Alumni (password)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Admin — Dashboard, Users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/admin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Dashboard counts: total admins, students, scanners, alumni.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User Management (/admin/usersmanagement):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– List with pagination + search filters (name, year, role, section, gender, semester)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– Create / edit / delete users, store profile photos, block duplicate emails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Role Management (/admin/roles):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– Create, edit, delete roles and default URLs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Event Management (/admin/events):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– Create events with attendance windows (login/logout datetime), academic year,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Event Manager — Attendance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/event-manager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List events with attendance counts; filter by name, academic year, semester, date.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View attendance logs per event; filter by student ID / name / course / year / section.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Export reports to Excel (.xlsx), Word (.docx), and PDF.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Grouped views: By Student and By Year &amp; Section.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Uses Maatwebsite Excel, DomPDF, and PhpOffice PhpWord under the hood.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Scanner &amp; Geofence (Web)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/scanner • /admin/geofence • /scanner/patrol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Scanner dashboard: select event, submit/scan student QR → records Login/Logout.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Admin configures checkpoints &amp; patrols at /admin/geofence.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Geofence: Haversine distance computed server-side.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Verification accepted only inside checkpoint radius within accuracy &amp; capture-time bounds.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Every accepted/rejected attempt stored in checkpoint_verifications.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Flutter App — Launch &amp;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flutter run • https://bitsorg.info/api/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>Splash → Landing Page</a:t>
            </a:r>
          </a:p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>Sections: Hero, Stats, Features, Roles,</a:t>
            </a:r>
          </a:p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>Events, Operations, About, Footer.</a:t>
            </a:r>
          </a:p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61A2E"/>
                </a:solidFill>
                <a:latin typeface="Calibri"/>
              </a:rPr>
              <a:t>Login opens in a modal dialog.</a:t>
            </a:r>
          </a:p>
        </p:txBody>
      </p:sp>
      <p:pic>
        <p:nvPicPr>
          <p:cNvPr id="7" name="Picture 6" descr="landing_pag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50635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Mobile Login &amp; Secure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POST /api/mobile/login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Login returns a Bearer token stored in secure storage.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Protected requests send Authorization: Bearer &lt;token&gt; and Accept: application/json.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Role determines destination: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– Student → Student Dashboard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– Alumni → Alumni Dashboard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– Scanner → Scanner Dashboard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Same credentials work on web and mobile — one shared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Module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GET /api/mobile/student/dashboard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Stat cards: Attended Events, Available Events, Academic Level.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Attendance line chart + user activity.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Upcoming Events + Announcements.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Student QR Code card (downloadable).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Profile summary: ID, course, name, email, academic year, semester.</a:t>
            </a:r>
          </a:p>
        </p:txBody>
      </p:sp>
      <p:pic>
        <p:nvPicPr>
          <p:cNvPr id="7" name="Picture 6" descr="dashboard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377440" cy="514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Module — Events &amp; QR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GET /events • POST /attend • POST /logout-attendance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Event cards: name, description, date, login/logout times, badges.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Attend (login) and Logout buttons.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Attendance window rules enforced server-side.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GPS geofence checked before attendance is recorded.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Duplicate login for same event is blocked.</a:t>
            </a:r>
          </a:p>
        </p:txBody>
      </p:sp>
      <p:pic>
        <p:nvPicPr>
          <p:cNvPr id="7" name="Picture 6" descr="qr-attendanc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377440" cy="514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Module — Face Registration &amp;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GET /face/status • POST /face/register • POST /attendance/face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Face Registration: requests camera, captures face image, uploads.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Face Attendance: liveness capture → verify + geofence → record attendance.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Face data stored for recognition by scanners.</a:t>
            </a:r>
          </a:p>
        </p:txBody>
      </p:sp>
      <p:pic>
        <p:nvPicPr>
          <p:cNvPr id="7" name="Picture 6" descr="face-attendanc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377440" cy="514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Student — Profile, Password, Notifications &amp; Penalties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/student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Profile: Account, Academic, Personal &amp; Photo tabs; completion status pill.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Change Password with validation of current password.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Notifications + Mark All Read.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Penalties (attendance penalties).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Scanner Module (Mobile) — QR &amp; Face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GET /scanner/dashboard • POST /scanner/scan • POST /scanner/face-verify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Scanner dashboard: Events, Today, Total Scans, Recent Scans.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QR Attendance: select event → start camera → scan student QR.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Validates geofence (GPS) + event window; records Login/Logout.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QR void with reason + manual fallback.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>
                <a:solidFill>
                  <a:srgbClr val="061A2E"/>
                </a:solidFill>
                <a:latin typeface="Calibri"/>
              </a:rPr>
              <a:t>• Scan History + Face Verification (with confidence).</a:t>
            </a:r>
          </a:p>
        </p:txBody>
      </p:sp>
      <p:pic>
        <p:nvPicPr>
          <p:cNvPr id="7" name="Picture 6" descr="outside-campus-alert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2377440" cy="5145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Alumni Module (Mobile)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Dashboard / Profile / Records / Yearbook / Work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Dashboard: profile overview + announcements.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Profile: account + extended profile, photo upload, completion status.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Records: graduation/yearbook &amp; work history summary.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Yearbook: graduation picture, motto, graduation year/date.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Work Experience: add/edit/delete positions, companies, dates, currently-working flag.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Features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Powering campus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Role-Based Access Control (Admin, Student, Scanner, Alumni, Event Manager).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QR Attendance with geofence (GPS) — server-side Haversine authority.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Face Recognition registration + live verification (liveness).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Attendance Windows with duplicate-login protection.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Notifications and Penalties for students.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Reporting — export attendance to Excel, Word, PDF.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Alumni records — yearbook + work experience.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Patrol / Checkpoint geofencing for guard workflows.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solidFill>
                  <a:srgbClr val="061A2E"/>
                </a:solidFill>
                <a:latin typeface="Calibri"/>
              </a:rPr>
              <a:t>• One shared API across web and mobile.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Security, Monitoring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Single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Sanctum token auth on API.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Role middleware: IfAdmin, IfStudent, IfScanner, IfAlumni.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Server-side geofence recomputation — client distance never trusted.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Rate-limited scanner verification (12/min).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Audit logs: interaction_logs, checkpoint_verifications, face logs, mobile audit logs.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>
                <a:solidFill>
                  <a:srgbClr val="061A2E"/>
                </a:solidFill>
                <a:latin typeface="Calibri"/>
              </a:rPr>
              <a:t>• PreventMobileAccess middleware for web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2179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B8F0"/>
                </a:solidFill>
                <a:latin typeface="Calibri"/>
              </a:rPr>
              <a:t>One backend, two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2B4F"/>
                </a:solidFill>
                <a:latin typeface="Calibri"/>
              </a:rPr>
              <a:t>Laravel Web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/admin — Users, Roles, Events, Geofence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/event-manager — Attendance + Exports (xlsx, docx, pdf), By-Student/Section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/scanner — QR entry, patrol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2B4F"/>
                </a:solidFill>
                <a:latin typeface="Calibri"/>
              </a:rPr>
              <a:t>Flutter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Student: dashboard, events, QR + face attendance, profile, notifications, penalties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Scanner: dashboard, QR scan, face verify, history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>
                <a:solidFill>
                  <a:srgbClr val="061A2E"/>
                </a:solidFill>
                <a:latin typeface="Calibri"/>
              </a:rPr>
              <a:t>• Alumni: dashboard, profile, yearbook, work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37084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2B8F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AF7FF"/>
                </a:solidFill>
                <a:latin typeface="Calibri"/>
              </a:rPr>
              <a:t>BITSConnect • CampusHub BITS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